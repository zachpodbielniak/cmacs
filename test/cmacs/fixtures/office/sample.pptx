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15F003-D600-42F7-A08F-7BCD2AD4CF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93083E8-2EE3-4EAB-B056-6F84847FD2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08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cmacs office fixture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